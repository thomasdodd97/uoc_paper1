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680"/>
    <p:restoredTop sz="91458"/>
  </p:normalViewPr>
  <p:slideViewPr>
    <p:cSldViewPr snapToGrid="0">
      <p:cViewPr>
        <p:scale>
          <a:sx n="227" d="100"/>
          <a:sy n="227" d="100"/>
        </p:scale>
        <p:origin x="19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8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3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0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6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" y="243417"/>
            <a:ext cx="3943350" cy="88370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3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4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2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4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0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65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6"/>
            <a:ext cx="985838" cy="387455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6"/>
            <a:ext cx="2900363" cy="387455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5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7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E19C4B4-B0AE-AFFE-8C30-D37124B4C3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2485" t="11976" r="12515" b="25219"/>
          <a:stretch>
            <a:fillRect/>
          </a:stretch>
        </p:blipFill>
        <p:spPr>
          <a:xfrm>
            <a:off x="0" y="0"/>
            <a:ext cx="4572000" cy="114857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BDE7CBD-9052-8A4E-C8BF-C399540697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3262" t="37195" r="74116" b="34147"/>
          <a:stretch>
            <a:fillRect/>
          </a:stretch>
        </p:blipFill>
        <p:spPr>
          <a:xfrm>
            <a:off x="55757" y="479496"/>
            <a:ext cx="769434" cy="52411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A310FF8-06AC-FF41-DA29-3708D98AC4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2867" t="27441" r="34146" b="23475"/>
          <a:stretch>
            <a:fillRect/>
          </a:stretch>
        </p:blipFill>
        <p:spPr>
          <a:xfrm>
            <a:off x="2439023" y="268863"/>
            <a:ext cx="791736" cy="89767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EFC33FC-AC30-6C29-31ED-3660922616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72252" t="27897" r="18723" b="52185"/>
          <a:stretch>
            <a:fillRect/>
          </a:stretch>
        </p:blipFill>
        <p:spPr>
          <a:xfrm>
            <a:off x="3642425" y="289786"/>
            <a:ext cx="550158" cy="36424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069E7C0-2780-2307-C2C8-E8498E4D9437}"/>
              </a:ext>
            </a:extLst>
          </p:cNvPr>
          <p:cNvSpPr/>
          <p:nvPr/>
        </p:nvSpPr>
        <p:spPr>
          <a:xfrm>
            <a:off x="2381873" y="207236"/>
            <a:ext cx="146050" cy="12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8BC4E8-1A76-6D06-C38E-2CC8DCAD575E}"/>
              </a:ext>
            </a:extLst>
          </p:cNvPr>
          <p:cNvSpPr/>
          <p:nvPr/>
        </p:nvSpPr>
        <p:spPr>
          <a:xfrm>
            <a:off x="4046533" y="235811"/>
            <a:ext cx="146050" cy="12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7071CE-5EAA-81D1-2498-D2C0C5574833}"/>
              </a:ext>
            </a:extLst>
          </p:cNvPr>
          <p:cNvCxnSpPr>
            <a:cxnSpLocks/>
          </p:cNvCxnSpPr>
          <p:nvPr/>
        </p:nvCxnSpPr>
        <p:spPr>
          <a:xfrm rot="600000" flipV="1">
            <a:off x="2455955" y="232636"/>
            <a:ext cx="62632" cy="170909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039CCE-D2DF-EDC3-D81E-0C164C85AC45}"/>
              </a:ext>
            </a:extLst>
          </p:cNvPr>
          <p:cNvCxnSpPr>
            <a:cxnSpLocks/>
          </p:cNvCxnSpPr>
          <p:nvPr/>
        </p:nvCxnSpPr>
        <p:spPr>
          <a:xfrm rot="3840000">
            <a:off x="4030770" y="362812"/>
            <a:ext cx="190274" cy="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047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4110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Ishbel Speirs</dc:creator>
  <cp:lastModifiedBy>Ishbel Speirs</cp:lastModifiedBy>
  <cp:revision>8</cp:revision>
  <dcterms:created xsi:type="dcterms:W3CDTF">2026-01-23T09:58:25Z</dcterms:created>
  <dcterms:modified xsi:type="dcterms:W3CDTF">2026-01-26T13:07:11Z</dcterms:modified>
</cp:coreProperties>
</file>