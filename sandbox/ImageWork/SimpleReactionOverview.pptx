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680"/>
    <p:restoredTop sz="91458"/>
  </p:normalViewPr>
  <p:slideViewPr>
    <p:cSldViewPr snapToGrid="0">
      <p:cViewPr>
        <p:scale>
          <a:sx n="229" d="100"/>
          <a:sy n="229" d="100"/>
        </p:scale>
        <p:origin x="10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152A7AC-D6D4-92B8-28B8-9558314FC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136" r="21576"/>
          <a:stretch>
            <a:fillRect/>
          </a:stretch>
        </p:blipFill>
        <p:spPr>
          <a:xfrm>
            <a:off x="0" y="0"/>
            <a:ext cx="4212096" cy="1965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5123404-2188-9D79-6266-CCDEEB18FD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6338" t="52022" r="51175" b="41069"/>
          <a:stretch>
            <a:fillRect/>
          </a:stretch>
        </p:blipFill>
        <p:spPr>
          <a:xfrm>
            <a:off x="2109645" y="1008198"/>
            <a:ext cx="162963" cy="13580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B05648-837B-1556-68FC-FEE2E2BB6C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7855" t="41799" r="72017" b="40123"/>
          <a:stretch>
            <a:fillRect/>
          </a:stretch>
        </p:blipFill>
        <p:spPr>
          <a:xfrm>
            <a:off x="238125" y="824185"/>
            <a:ext cx="663575" cy="35532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810EBEC-66B9-FB4E-9E27-C062747EDA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0499" t="22637" r="37078" b="70256"/>
          <a:stretch>
            <a:fillRect/>
          </a:stretch>
        </p:blipFill>
        <p:spPr>
          <a:xfrm>
            <a:off x="3035300" y="444774"/>
            <a:ext cx="158749" cy="13970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D7F4FC8-9973-7C28-D755-E313BCF06F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1420" t="32210" r="32183" b="50184"/>
          <a:stretch>
            <a:fillRect/>
          </a:stretch>
        </p:blipFill>
        <p:spPr>
          <a:xfrm>
            <a:off x="3098799" y="633549"/>
            <a:ext cx="419100" cy="34607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832A66C-ACF3-0B2F-417A-DC5A8059C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71009" t="28246" r="27295" b="60447"/>
          <a:stretch>
            <a:fillRect/>
          </a:stretch>
        </p:blipFill>
        <p:spPr>
          <a:xfrm>
            <a:off x="3725862" y="554174"/>
            <a:ext cx="111125" cy="2222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22D53200-C15F-7A84-7D6C-614E70577F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74625" t="44437" r="22364" b="46840"/>
          <a:stretch>
            <a:fillRect/>
          </a:stretch>
        </p:blipFill>
        <p:spPr>
          <a:xfrm>
            <a:off x="3964779" y="875108"/>
            <a:ext cx="197246" cy="171451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144811E-088E-DB92-90C6-7B15143B04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3414" t="65036" r="34745" b="25111"/>
          <a:stretch>
            <a:fillRect/>
          </a:stretch>
        </p:blipFill>
        <p:spPr>
          <a:xfrm>
            <a:off x="3228575" y="1278936"/>
            <a:ext cx="120649" cy="19367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18B79AD-5465-5DB0-EA5D-1093592A8508}"/>
              </a:ext>
            </a:extLst>
          </p:cNvPr>
          <p:cNvSpPr/>
          <p:nvPr/>
        </p:nvSpPr>
        <p:spPr>
          <a:xfrm>
            <a:off x="2886076" y="424410"/>
            <a:ext cx="107258" cy="10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3C90FA-5270-1F7E-99F0-23B4DB00C857}"/>
              </a:ext>
            </a:extLst>
          </p:cNvPr>
          <p:cNvSpPr/>
          <p:nvPr/>
        </p:nvSpPr>
        <p:spPr>
          <a:xfrm>
            <a:off x="3333349" y="1489624"/>
            <a:ext cx="107258" cy="10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8967B9-2D87-4D07-D17E-EE5A7FADA808}"/>
              </a:ext>
            </a:extLst>
          </p:cNvPr>
          <p:cNvSpPr/>
          <p:nvPr/>
        </p:nvSpPr>
        <p:spPr>
          <a:xfrm>
            <a:off x="4180675" y="873916"/>
            <a:ext cx="51200" cy="85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E9D7A05-9881-5A2D-4183-AD1A4028DF6A}"/>
              </a:ext>
            </a:extLst>
          </p:cNvPr>
          <p:cNvCxnSpPr>
            <a:cxnSpLocks/>
          </p:cNvCxnSpPr>
          <p:nvPr/>
        </p:nvCxnSpPr>
        <p:spPr>
          <a:xfrm rot="-180000" flipV="1">
            <a:off x="2957571" y="362042"/>
            <a:ext cx="22570" cy="198574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BC3474-CF08-95FB-5B9D-91D92F8DF031}"/>
              </a:ext>
            </a:extLst>
          </p:cNvPr>
          <p:cNvCxnSpPr>
            <a:cxnSpLocks/>
          </p:cNvCxnSpPr>
          <p:nvPr/>
        </p:nvCxnSpPr>
        <p:spPr>
          <a:xfrm rot="-120000" flipH="1">
            <a:off x="4183050" y="857522"/>
            <a:ext cx="25600" cy="197888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4B559EE-40CF-4E22-7721-9C4C7E2259E6}"/>
              </a:ext>
            </a:extLst>
          </p:cNvPr>
          <p:cNvSpPr/>
          <p:nvPr/>
        </p:nvSpPr>
        <p:spPr>
          <a:xfrm>
            <a:off x="3808758" y="430760"/>
            <a:ext cx="107258" cy="10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8D1F655-B7C8-D265-E56F-1974F8BAC259}"/>
              </a:ext>
            </a:extLst>
          </p:cNvPr>
          <p:cNvCxnSpPr>
            <a:cxnSpLocks/>
          </p:cNvCxnSpPr>
          <p:nvPr/>
        </p:nvCxnSpPr>
        <p:spPr>
          <a:xfrm rot="1020000" flipH="1" flipV="1">
            <a:off x="3764359" y="485255"/>
            <a:ext cx="183355" cy="52388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2D53D9-3971-29C6-36DE-6E842132FBCC}"/>
              </a:ext>
            </a:extLst>
          </p:cNvPr>
          <p:cNvCxnSpPr>
            <a:cxnSpLocks/>
          </p:cNvCxnSpPr>
          <p:nvPr/>
        </p:nvCxnSpPr>
        <p:spPr>
          <a:xfrm flipH="1">
            <a:off x="3245557" y="1468880"/>
            <a:ext cx="175584" cy="85103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8E13C9C4-3AF2-3C54-49A2-ADFE0CE0C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8504" t="34749" r="17569" b="36339"/>
          <a:stretch>
            <a:fillRect/>
          </a:stretch>
        </p:blipFill>
        <p:spPr>
          <a:xfrm>
            <a:off x="4255135" y="683338"/>
            <a:ext cx="257354" cy="56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4103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6</cp:revision>
  <dcterms:created xsi:type="dcterms:W3CDTF">2026-01-23T09:58:25Z</dcterms:created>
  <dcterms:modified xsi:type="dcterms:W3CDTF">2026-01-26T12:50:57Z</dcterms:modified>
</cp:coreProperties>
</file>