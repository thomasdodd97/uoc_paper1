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0"/>
    <p:restoredTop sz="94635"/>
  </p:normalViewPr>
  <p:slideViewPr>
    <p:cSldViewPr snapToGrid="0">
      <p:cViewPr>
        <p:scale>
          <a:sx n="299" d="100"/>
          <a:sy n="299" d="100"/>
        </p:scale>
        <p:origin x="18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font, line, text, screenshot&#10;&#10;Description automatically generated">
            <a:extLst>
              <a:ext uri="{FF2B5EF4-FFF2-40B4-BE49-F238E27FC236}">
                <a16:creationId xmlns:a16="http://schemas.microsoft.com/office/drawing/2014/main" id="{5D9B4FF9-BD35-4FC7-77A3-D6739EFDE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9" r="698" b="73261"/>
          <a:stretch/>
        </p:blipFill>
        <p:spPr bwMode="auto">
          <a:xfrm>
            <a:off x="37187" y="2083349"/>
            <a:ext cx="4464762" cy="3780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 descr="A picture containing line, font, screenshot, plot&#10;&#10;Description automatically generated">
            <a:extLst>
              <a:ext uri="{FF2B5EF4-FFF2-40B4-BE49-F238E27FC236}">
                <a16:creationId xmlns:a16="http://schemas.microsoft.com/office/drawing/2014/main" id="{6A413F24-8E18-1079-157D-1C53ADE4AB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2" y="1217368"/>
            <a:ext cx="4510632" cy="892531"/>
          </a:xfrm>
          <a:prstGeom prst="rect">
            <a:avLst/>
          </a:prstGeom>
        </p:spPr>
      </p:pic>
      <p:pic>
        <p:nvPicPr>
          <p:cNvPr id="8" name="Picture 7" descr="A picture containing line, plot, font, screenshot&#10;&#10;Description automatically generated">
            <a:extLst>
              <a:ext uri="{FF2B5EF4-FFF2-40B4-BE49-F238E27FC236}">
                <a16:creationId xmlns:a16="http://schemas.microsoft.com/office/drawing/2014/main" id="{01923EF7-599E-A41A-05E7-91C23C50FB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1" y="303774"/>
            <a:ext cx="4431898" cy="850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CF189A-386B-2379-CD22-A271467EF50F}"/>
              </a:ext>
            </a:extLst>
          </p:cNvPr>
          <p:cNvSpPr txBox="1"/>
          <p:nvPr/>
        </p:nvSpPr>
        <p:spPr>
          <a:xfrm>
            <a:off x="1342464" y="-4003"/>
            <a:ext cx="1755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Polymerizable Range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D33AA9-6847-485D-45F2-BBB578C10976}"/>
              </a:ext>
            </a:extLst>
          </p:cNvPr>
          <p:cNvCxnSpPr>
            <a:cxnSpLocks/>
          </p:cNvCxnSpPr>
          <p:nvPr/>
        </p:nvCxnSpPr>
        <p:spPr>
          <a:xfrm>
            <a:off x="2994446" y="172320"/>
            <a:ext cx="310233" cy="14933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A808CA-379D-11E8-F386-A3E990B932AD}"/>
              </a:ext>
            </a:extLst>
          </p:cNvPr>
          <p:cNvCxnSpPr>
            <a:cxnSpLocks/>
          </p:cNvCxnSpPr>
          <p:nvPr/>
        </p:nvCxnSpPr>
        <p:spPr>
          <a:xfrm flipV="1">
            <a:off x="1135413" y="149885"/>
            <a:ext cx="258462" cy="169865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F7C15F9-491D-FE10-FE7E-78F20BC9FD65}"/>
              </a:ext>
            </a:extLst>
          </p:cNvPr>
          <p:cNvCxnSpPr>
            <a:cxnSpLocks/>
          </p:cNvCxnSpPr>
          <p:nvPr/>
        </p:nvCxnSpPr>
        <p:spPr>
          <a:xfrm flipV="1">
            <a:off x="967156" y="1139079"/>
            <a:ext cx="149225" cy="110111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72F0FF-0EB0-C048-D19D-D1482E5061F9}"/>
              </a:ext>
            </a:extLst>
          </p:cNvPr>
          <p:cNvCxnSpPr>
            <a:cxnSpLocks/>
          </p:cNvCxnSpPr>
          <p:nvPr/>
        </p:nvCxnSpPr>
        <p:spPr>
          <a:xfrm flipH="1" flipV="1">
            <a:off x="3304679" y="1139079"/>
            <a:ext cx="199302" cy="110111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2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1</cp:revision>
  <dcterms:created xsi:type="dcterms:W3CDTF">2026-01-23T09:58:25Z</dcterms:created>
  <dcterms:modified xsi:type="dcterms:W3CDTF">2026-01-23T10:21:24Z</dcterms:modified>
</cp:coreProperties>
</file>