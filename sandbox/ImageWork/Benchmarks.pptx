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4572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60"/>
    <p:restoredTop sz="94655"/>
  </p:normalViewPr>
  <p:slideViewPr>
    <p:cSldViewPr snapToGrid="0">
      <p:cViewPr varScale="1">
        <p:scale>
          <a:sx n="225" d="100"/>
          <a:sy n="225" d="100"/>
        </p:scale>
        <p:origin x="2456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748242"/>
            <a:ext cx="38862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481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139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1139826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3059643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701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860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0" y="243417"/>
            <a:ext cx="3943350" cy="88370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1120775"/>
            <a:ext cx="1934170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670050"/>
            <a:ext cx="1934170" cy="24563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1120775"/>
            <a:ext cx="1943696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670050"/>
            <a:ext cx="1943696" cy="245639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38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2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1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658284"/>
            <a:ext cx="2314575" cy="324908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27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658284"/>
            <a:ext cx="2314575" cy="3249083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0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865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243416"/>
            <a:ext cx="985838" cy="387455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243416"/>
            <a:ext cx="2900363" cy="387455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85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243417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FF55BE-5FB8-9643-BEAB-7EFE7879A8C0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4237568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040DC7-001D-334B-9DEC-40EF0F1407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775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4AA0A3-82F9-2EC9-8A2A-BD7FB8179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90223" y="-1357892"/>
            <a:ext cx="5870223" cy="4193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047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Ishbel Speirs</dc:creator>
  <cp:lastModifiedBy>Ishbel Speirs</cp:lastModifiedBy>
  <cp:revision>3</cp:revision>
  <dcterms:created xsi:type="dcterms:W3CDTF">2026-01-23T09:58:25Z</dcterms:created>
  <dcterms:modified xsi:type="dcterms:W3CDTF">2026-01-23T12:12:52Z</dcterms:modified>
</cp:coreProperties>
</file>