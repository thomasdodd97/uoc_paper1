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67"/>
    <p:restoredTop sz="94673"/>
  </p:normalViewPr>
  <p:slideViewPr>
    <p:cSldViewPr snapToGrid="0">
      <p:cViewPr varScale="1">
        <p:scale>
          <a:sx n="173" d="100"/>
          <a:sy n="173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E3E261-C6EB-48CF-7F0B-CE7EA50CC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2</cp:revision>
  <dcterms:created xsi:type="dcterms:W3CDTF">2026-01-23T09:58:25Z</dcterms:created>
  <dcterms:modified xsi:type="dcterms:W3CDTF">2026-01-23T15:38:21Z</dcterms:modified>
</cp:coreProperties>
</file>