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0"/>
    <p:restoredTop sz="94635"/>
  </p:normalViewPr>
  <p:slideViewPr>
    <p:cSldViewPr snapToGrid="0">
      <p:cViewPr>
        <p:scale>
          <a:sx n="243" d="100"/>
          <a:sy n="243" d="100"/>
        </p:scale>
        <p:origin x="280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D71A4A-DB5E-9046-0933-49FB418B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8828"/>
            <a:ext cx="2827283" cy="437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2</cp:revision>
  <dcterms:created xsi:type="dcterms:W3CDTF">2026-01-23T09:58:25Z</dcterms:created>
  <dcterms:modified xsi:type="dcterms:W3CDTF">2026-01-23T11:02:37Z</dcterms:modified>
</cp:coreProperties>
</file>